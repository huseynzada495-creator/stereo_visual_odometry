
<file path=[Content_Types].xml><?xml version="1.0" encoding="utf-8"?>
<Types xmlns="http://schemas.openxmlformats.org/package/2006/content-types">
  <Default Extension="jpeg" ContentType="image/jpeg"/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9" r:id="rId4"/>
    <p:sldId id="258" r:id="rId5"/>
    <p:sldId id="262" r:id="rId6"/>
    <p:sldId id="263" r:id="rId7"/>
    <p:sldId id="266" r:id="rId8"/>
    <p:sldId id="268" r:id="rId9"/>
    <p:sldId id="269" r:id="rId10"/>
    <p:sldId id="270" r:id="rId11"/>
    <p:sldId id="273" r:id="rId12"/>
    <p:sldId id="272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6FFC071-1543-44AE-908C-EA41734643D4}" type="datetimeFigureOut">
              <a:rPr lang="en-US" smtClean="0"/>
              <a:t>5/22/2026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9850894-EA7B-4683-A908-C9DEA1ED2B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664839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9850894-EA7B-4683-A908-C9DEA1ED2B57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937795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15C540-ABF0-2433-7BB4-AF33E178C7A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D863DA2-ABBF-FA05-777B-E421464E1D0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185A114-B4E7-7CB5-D170-8CAB4A6DDF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78FCAC-B498-44AB-AF3A-BAAEE4ADFE05}" type="datetimeFigureOut">
              <a:rPr lang="en-US" smtClean="0"/>
              <a:t>5/22/2026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3E6319F-E374-9605-95B3-6EF741250A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F9C146C-F876-6D97-F493-AD34B4EDC0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85B682-70E4-4B92-B0FE-67A897CA0C2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97588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1466B8-F8CC-FC79-DBF1-55F8F25E4F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7E325A-74E6-2BFD-7732-A3FD1065094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6E88112-8350-F897-C673-FB66AF64AF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78FCAC-B498-44AB-AF3A-BAAEE4ADFE05}" type="datetimeFigureOut">
              <a:rPr lang="en-US" smtClean="0"/>
              <a:t>5/22/2026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441BC41-974F-6E96-0D88-FDD5A4F1BA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76D2595-2F53-32D7-0ACF-BF582ADF9C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85B682-70E4-4B92-B0FE-67A897CA0C2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923698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059294-55AA-0208-0A5D-12D5F48F19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B6CB0FF-19E2-1F1F-1250-9D719722DF7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FDC626B-C540-DA6D-B52C-B8FBC148B9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78FCAC-B498-44AB-AF3A-BAAEE4ADFE05}" type="datetimeFigureOut">
              <a:rPr lang="en-US" smtClean="0"/>
              <a:t>5/22/2026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495C779-5475-74FB-7067-12BF888A35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77565AF-D3C7-09BE-3475-E1ACA16C9C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85B682-70E4-4B92-B0FE-67A897CA0C2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857021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66C3CF-E274-8056-781F-549C1DF9DC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BC457E5-8B71-238C-CF32-DBA4260C33A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0E82A80-83C5-C4A4-4488-E6DEB2CAF6B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3F3A79E-31E1-F35C-085A-4172EDD237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78FCAC-B498-44AB-AF3A-BAAEE4ADFE05}" type="datetimeFigureOut">
              <a:rPr lang="en-US" smtClean="0"/>
              <a:t>5/22/2026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7C85E81-501F-8C79-DAB5-0C58342F5D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A6475D2-90C6-FA07-64F7-B411B42942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85B682-70E4-4B92-B0FE-67A897CA0C2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592191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D8E533-2ED3-AB38-68A2-E64C95CED5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934452E-780A-705A-BFF2-B314FC62C5C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C3F99FA-38C7-0CC8-A476-B6D3C0E02C5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0660B11-9B73-BB98-8296-8A960D927C1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67191A7-80E6-32FF-5F6C-A682C89C4CE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B68973C-7A89-DF09-117A-D646BACBBA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78FCAC-B498-44AB-AF3A-BAAEE4ADFE05}" type="datetimeFigureOut">
              <a:rPr lang="en-US" smtClean="0"/>
              <a:t>5/22/2026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DF467A9-6EC8-E20D-FFFF-3CB456C034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A60DF15-3ABF-AA47-93CE-F57B585B5B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85B682-70E4-4B92-B0FE-67A897CA0C2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581825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106983-4B11-D31D-945F-BF606AC98F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C169B0E-2E52-E4A7-80F2-E5170DFEEC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78FCAC-B498-44AB-AF3A-BAAEE4ADFE05}" type="datetimeFigureOut">
              <a:rPr lang="en-US" smtClean="0"/>
              <a:t>5/22/2026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DF08968-B818-D4E1-795D-F288F93543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5893D58-F6E1-E90A-EC97-8834BB9155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85B682-70E4-4B92-B0FE-67A897CA0C2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882037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909E797-D9B8-3995-A584-DE78267E0E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78FCAC-B498-44AB-AF3A-BAAEE4ADFE05}" type="datetimeFigureOut">
              <a:rPr lang="en-US" smtClean="0"/>
              <a:t>5/22/2026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86DDB0F-421A-D840-5D8E-1B4E36A844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8A99EDB-BC42-6480-9379-ED3F10AC32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85B682-70E4-4B92-B0FE-67A897CA0C2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660705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C76812-A391-8057-EADB-51D2E540E4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DAAB65-386F-B968-D4D2-6E8B33405B4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56D7DB3-EA85-CC26-6184-B562D0C0915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4CCB880-6210-66DE-A8F9-FD543B2BB9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78FCAC-B498-44AB-AF3A-BAAEE4ADFE05}" type="datetimeFigureOut">
              <a:rPr lang="en-US" smtClean="0"/>
              <a:t>5/22/2026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4B6CB4A-BFBB-70D2-46C9-7573325B58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CCDBFC8-2A90-BFD4-C383-FEE75CDE7C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85B682-70E4-4B92-B0FE-67A897CA0C2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378006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8F4E34-806B-4E28-ED1C-3E90DFD57A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4F3ECE0-0C63-C938-12F4-2414A7A24BB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5F248DC-E191-9C35-3661-E3D1CF70B00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6420EC2-B5F5-A488-25C2-6303C1F279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78FCAC-B498-44AB-AF3A-BAAEE4ADFE05}" type="datetimeFigureOut">
              <a:rPr lang="en-US" smtClean="0"/>
              <a:t>5/22/2026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9F6C303-AE91-C359-F915-845FBCAB84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07DFC46-42A9-4A28-D095-1173461361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85B682-70E4-4B92-B0FE-67A897CA0C2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154163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D3A4C7-1658-665C-A2A9-2FF2FA4AE7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DE26C2A-B5AF-DF95-4314-E762220697B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45D097C-3CB3-425E-B78A-D76B481467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78FCAC-B498-44AB-AF3A-BAAEE4ADFE05}" type="datetimeFigureOut">
              <a:rPr lang="en-US" smtClean="0"/>
              <a:t>5/22/2026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8D5076-CBA9-6C31-3D86-6192A2DBA2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7B47057-96CC-1849-67E8-10F9A628F4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85B682-70E4-4B92-B0FE-67A897CA0C2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267474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2797E21-7884-6152-4E52-6F9B61C2D0B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5057872-D913-8965-2114-313C18A00FC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D7D494B-6573-C2F2-B38F-A9C61495E0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78FCAC-B498-44AB-AF3A-BAAEE4ADFE05}" type="datetimeFigureOut">
              <a:rPr lang="en-US" smtClean="0"/>
              <a:t>5/22/2026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7EFEBEB-9304-08DC-AF20-F40BFCBF3D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688BAF5-323C-9056-4A8A-9B5CBE7EAB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85B682-70E4-4B92-B0FE-67A897CA0C2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759005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BBE2BE3-F71F-DBE7-F861-3E5B98521A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A80ACB6-C132-B083-7D5C-062E560C76D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52FBAAD-17F5-7203-1444-68385F7569B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A78FCAC-B498-44AB-AF3A-BAAEE4ADFE05}" type="datetimeFigureOut">
              <a:rPr lang="en-US" smtClean="0"/>
              <a:t>5/22/2026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96E8726-1F42-7469-FE8C-A567E022E62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CC71609-B660-7ECB-E62B-3C8302EE527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685B682-70E4-4B92-B0FE-67A897CA0C2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946041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png"/><Relationship Id="rId5" Type="http://schemas.openxmlformats.org/officeDocument/2006/relationships/image" Target="../media/image3.png"/><Relationship Id="rId4" Type="http://schemas.openxmlformats.org/officeDocument/2006/relationships/image" Target="../media/image10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4" Type="http://schemas.openxmlformats.org/officeDocument/2006/relationships/image" Target="../media/image1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C1DD1A8A-57D5-4A81-AD04-532B043C56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ADB1EBCB-439D-2009-7A3F-86EC4C52DFB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" r="2" b="40"/>
          <a:stretch>
            <a:fillRect/>
          </a:stretch>
        </p:blipFill>
        <p:spPr>
          <a:xfrm>
            <a:off x="-3047" y="10"/>
            <a:ext cx="12191999" cy="6857990"/>
          </a:xfrm>
          <a:prstGeom prst="rect">
            <a:avLst/>
          </a:prstGeom>
        </p:spPr>
      </p:pic>
      <p:sp>
        <p:nvSpPr>
          <p:cNvPr id="19" name="Rectangle 18">
            <a:extLst>
              <a:ext uri="{FF2B5EF4-FFF2-40B4-BE49-F238E27FC236}">
                <a16:creationId xmlns:a16="http://schemas.microsoft.com/office/drawing/2014/main" id="{007891EC-4501-44ED-A8C8-B11B6DB767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207602"/>
            <a:ext cx="12191999" cy="3162146"/>
          </a:xfrm>
          <a:prstGeom prst="rect">
            <a:avLst/>
          </a:prstGeom>
          <a:gradFill flip="none" rotWithShape="1">
            <a:gsLst>
              <a:gs pos="0">
                <a:srgbClr val="000000">
                  <a:alpha val="0"/>
                </a:srgbClr>
              </a:gs>
              <a:gs pos="25000">
                <a:srgbClr val="000000">
                  <a:alpha val="15000"/>
                </a:srgbClr>
              </a:gs>
              <a:gs pos="75000">
                <a:srgbClr val="000000">
                  <a:alpha val="15000"/>
                </a:srgbClr>
              </a:gs>
              <a:gs pos="50000">
                <a:srgbClr val="000000">
                  <a:alpha val="30000"/>
                </a:srgbClr>
              </a:gs>
              <a:gs pos="100000">
                <a:srgbClr val="000000">
                  <a:alpha val="0"/>
                </a:srgbClr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124689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 18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14" name="Content Placeholder 13">
            <a:extLst>
              <a:ext uri="{FF2B5EF4-FFF2-40B4-BE49-F238E27FC236}">
                <a16:creationId xmlns:a16="http://schemas.microsoft.com/office/drawing/2014/main" id="{17613B03-026E-AD4E-1836-44B88164708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" b="74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D1D86958-F425-A103-97A3-22CD5201B0C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552492" y="6354159"/>
            <a:ext cx="285441" cy="1855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4782671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 18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14" name="Content Placeholder 13">
            <a:extLst>
              <a:ext uri="{FF2B5EF4-FFF2-40B4-BE49-F238E27FC236}">
                <a16:creationId xmlns:a16="http://schemas.microsoft.com/office/drawing/2014/main" id="{D8C82F16-6EFC-DC5C-C315-A7C589A88F0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" b="74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E933D24E-9373-9D07-81DE-FAB8904592B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41979" y="6245928"/>
            <a:ext cx="1390702" cy="381014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7DC163D7-7F53-716B-95CA-5F8007307F0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481069" y="6338420"/>
            <a:ext cx="301583" cy="1960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1521419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angle 19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15" name="Content Placeholder 14">
            <a:extLst>
              <a:ext uri="{FF2B5EF4-FFF2-40B4-BE49-F238E27FC236}">
                <a16:creationId xmlns:a16="http://schemas.microsoft.com/office/drawing/2014/main" id="{81C28E36-F1CB-4317-318A-2C8A9F9CB3A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" b="74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  <p:sp>
        <p:nvSpPr>
          <p:cNvPr id="4" name="AutoShape 2">
            <a:extLst>
              <a:ext uri="{FF2B5EF4-FFF2-40B4-BE49-F238E27FC236}">
                <a16:creationId xmlns:a16="http://schemas.microsoft.com/office/drawing/2014/main" id="{942D09EE-8A9A-D88D-484E-B327D87FD40A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49BD01C0-D9B6-F9B5-CDA1-8DD94BB364A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89048" y="6311556"/>
            <a:ext cx="1455467" cy="471489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45BB4733-92F0-AD86-8315-14C7F09ADD7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655255" y="6472133"/>
            <a:ext cx="357322" cy="2322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6762635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9087CDC2-E701-1BC0-E9D1-93595F5AA1C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" b="74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6330363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3449089F-9EDB-FB49-BC49-2F89CD67FC6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95830" y="3257535"/>
            <a:ext cx="1600339" cy="342930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4F41F4E8-0B1E-F8F5-9098-BE4A1F6CC7E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20053" y="6199659"/>
            <a:ext cx="2760150" cy="591461"/>
          </a:xfrm>
          <a:prstGeom prst="rect">
            <a:avLst/>
          </a:prstGeom>
        </p:spPr>
      </p:pic>
      <p:pic>
        <p:nvPicPr>
          <p:cNvPr id="21" name="Content Placeholder 20">
            <a:extLst>
              <a:ext uri="{FF2B5EF4-FFF2-40B4-BE49-F238E27FC236}">
                <a16:creationId xmlns:a16="http://schemas.microsoft.com/office/drawing/2014/main" id="{4C47437B-1D33-0946-B7A8-E1AF593363D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"/>
            <a:ext cx="12192000" cy="6861647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F123C74C-DE06-CCEF-0FCF-40AF839F6B1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736369" y="6354159"/>
            <a:ext cx="232018" cy="150813"/>
          </a:xfrm>
          <a:prstGeom prst="rect">
            <a:avLst/>
          </a:prstGeom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00C7FB39-5A2E-DCBF-ECCB-737E686DF3E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154848" y="3215621"/>
            <a:ext cx="1882303" cy="426757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1143A851-4811-972F-4270-198D36E602A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154848" y="3215621"/>
            <a:ext cx="1882303" cy="426757"/>
          </a:xfrm>
          <a:prstGeom prst="rect">
            <a:avLst/>
          </a:prstGeom>
        </p:spPr>
      </p:pic>
      <p:pic>
        <p:nvPicPr>
          <p:cNvPr id="36" name="Picture 35">
            <a:extLst>
              <a:ext uri="{FF2B5EF4-FFF2-40B4-BE49-F238E27FC236}">
                <a16:creationId xmlns:a16="http://schemas.microsoft.com/office/drawing/2014/main" id="{4668FDF9-C7EC-0F49-66CD-D14076AFAB5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966568" y="6196013"/>
            <a:ext cx="3067119" cy="4267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3790088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11" name="Content Placeholder 10">
            <a:extLst>
              <a:ext uri="{FF2B5EF4-FFF2-40B4-BE49-F238E27FC236}">
                <a16:creationId xmlns:a16="http://schemas.microsoft.com/office/drawing/2014/main" id="{7E4F2BC9-7DD5-F9B7-C60E-CC30A7625EA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" b="74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2046417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6AB65AE3-B0F9-782C-17AB-3503EEBC16F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" b="74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8295312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50E238A0-5C66-8F1B-FEE6-093056032B1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" b="74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030409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B0830D04-3DF5-8077-2803-50F93501788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" b="74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8392408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36767400-FCC4-F2B1-6B73-B1934E03FF7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2" r="2" b="2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60E16353-EE2C-A201-5310-26D5B59B474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86440" y="6305220"/>
            <a:ext cx="1769586" cy="4790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017889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" name="Rectangle 19">
            <a:extLst>
              <a:ext uri="{FF2B5EF4-FFF2-40B4-BE49-F238E27FC236}">
                <a16:creationId xmlns:a16="http://schemas.microsoft.com/office/drawing/2014/main" id="{AB8C311F-7253-4AED-9701-7FC0708C41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E2384209-CB15-4CDF-9D31-C44FD9A3F2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2666617" y="-2666188"/>
            <a:ext cx="6858000" cy="12191233"/>
          </a:xfrm>
          <a:prstGeom prst="rect">
            <a:avLst/>
          </a:prstGeom>
          <a:gradFill>
            <a:gsLst>
              <a:gs pos="8000">
                <a:schemeClr val="accent1"/>
              </a:gs>
              <a:gs pos="100000">
                <a:schemeClr val="accent1">
                  <a:lumMod val="50000"/>
                </a:schemeClr>
              </a:gs>
            </a:gsLst>
            <a:lin ang="12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2633B3B5-CC90-43F0-8714-D31D1F3F02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2311" y="0"/>
            <a:ext cx="9070846" cy="6857572"/>
          </a:xfrm>
          <a:prstGeom prst="rect">
            <a:avLst/>
          </a:prstGeom>
          <a:gradFill>
            <a:gsLst>
              <a:gs pos="8000">
                <a:srgbClr val="000000">
                  <a:alpha val="52000"/>
                </a:srgbClr>
              </a:gs>
              <a:gs pos="100000">
                <a:schemeClr val="accent1"/>
              </a:gs>
            </a:gsLst>
            <a:lin ang="4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A8D57A06-A426-446D-B02C-A2DC6B62E4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3649491" y="-1685840"/>
            <a:ext cx="4894564" cy="12193546"/>
          </a:xfrm>
          <a:prstGeom prst="rect">
            <a:avLst/>
          </a:prstGeom>
          <a:gradFill>
            <a:gsLst>
              <a:gs pos="0">
                <a:schemeClr val="accent5">
                  <a:lumMod val="60000"/>
                  <a:lumOff val="40000"/>
                  <a:alpha val="0"/>
                </a:schemeClr>
              </a:gs>
              <a:gs pos="100000">
                <a:srgbClr val="000000">
                  <a:alpha val="46000"/>
                </a:srgbClr>
              </a:gs>
            </a:gsLst>
            <a:lin ang="1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WhatsApp Video 2026-05-21 at 18.50.30 (1)">
            <a:hlinkClick r:id="" action="ppaction://media"/>
            <a:extLst>
              <a:ext uri="{FF2B5EF4-FFF2-40B4-BE49-F238E27FC236}">
                <a16:creationId xmlns:a16="http://schemas.microsoft.com/office/drawing/2014/main" id="{6F4E6C5F-947F-39D1-F38D-8D378C58AA32}"/>
              </a:ext>
            </a:extLst>
          </p:cNvPr>
          <p:cNvPicPr>
            <a:picLocks noGrp="1" noChangeAspect="1"/>
          </p:cNvPicPr>
          <p:nvPr>
            <p:ph idx="1"/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789214" y="457200"/>
            <a:ext cx="10613571" cy="5943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387815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1773" fill="hold"/>
                                        <p:tgtEl>
                                          <p:spTgt spid="7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7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7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"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185</TotalTime>
  <Words>1</Words>
  <Application>Microsoft Office PowerPoint</Application>
  <PresentationFormat>Widescreen</PresentationFormat>
  <Paragraphs>1</Paragraphs>
  <Slides>12</Slides>
  <Notes>1</Notes>
  <HiddenSlides>0</HiddenSlides>
  <MMClips>1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Huseyn Huseynzade</dc:creator>
  <cp:lastModifiedBy>Huseyn Huseynzade</cp:lastModifiedBy>
  <cp:revision>3</cp:revision>
  <dcterms:created xsi:type="dcterms:W3CDTF">2026-05-21T14:37:27Z</dcterms:created>
  <dcterms:modified xsi:type="dcterms:W3CDTF">2026-05-22T14:31:10Z</dcterms:modified>
</cp:coreProperties>
</file>