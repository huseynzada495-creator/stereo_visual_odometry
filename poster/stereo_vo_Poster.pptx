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</p:sldIdLst>
  <p:sldSz cx="42794238" cy="302672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8" d="100"/>
          <a:sy n="18" d="100"/>
        </p:scale>
        <p:origin x="146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6C1073-9701-ADA7-188D-4DA05DCD8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42794239" cy="3059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798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Huseyn Huseynzade</cp:lastModifiedBy>
  <cp:revision>4</cp:revision>
  <dcterms:created xsi:type="dcterms:W3CDTF">2013-01-27T09:14:16Z</dcterms:created>
  <dcterms:modified xsi:type="dcterms:W3CDTF">2026-05-22T12:37:40Z</dcterms:modified>
  <cp:category/>
</cp:coreProperties>
</file>